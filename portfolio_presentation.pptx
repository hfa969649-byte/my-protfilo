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508"/>
          </a:solidFill>
          <a:ln w="12700">
            <a:solidFill>
              <a:srgbClr val="0D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Mohamed Alaa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Multi-page Portfolio Website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&amp; Host Your Portfolio/Company Website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responsive four-page portfolio that demonstrates layout, interaction, and deployment readiness.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914400"/>
            <a:ext cx="3749040" cy="3291840"/>
          </a:xfrm>
          <a:prstGeom prst="roundRect">
            <a:avLst>
              <a:gd name="adj" fmla="val 4444"/>
            </a:avLst>
          </a:prstGeom>
          <a:solidFill>
            <a:srgbClr val="170A0E"/>
          </a:solidFill>
          <a:ln w="12700">
            <a:solidFill>
              <a:srgbClr val="2A1418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 snapshot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54112" y="15361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59952" y="1536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 · About · Projects · Contact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54112" y="197510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59952" y="19751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HTML · CSS · JavaScript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54112" y="24140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59952" y="24140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54112" y="28529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59952" y="2852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Theme toggle, filter, validation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452628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240D12"/>
          </a:solidFill>
          <a:ln w="12700">
            <a:solidFill>
              <a:srgbClr val="3C1A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47365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9BD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Submission-ready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26680" y="5010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to be hosted on GitHub Pages, Netlify, or Vercel.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508"/>
          </a:solidFill>
          <a:ln w="12700">
            <a:solidFill>
              <a:srgbClr val="0D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0058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113385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1426464"/>
            <a:ext cx="5157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fully responsive, visually appealing personal portfolio that matches the rubric and feels like a real deployed website.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319125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the project proves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3483864"/>
            <a:ext cx="5157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site demonstrates UI design, responsive layout, reusable components, and JavaScript-driven interactivity.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00584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113385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Rubric alignment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141732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separate pages instead of one long scroll page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navigation bar for desktop and mobile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least 2 interactive JavaScript features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deployment and documentation files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README with setup, live demo, and repository details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 a cleaner structure for grading, presentation, and future updates.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508"/>
          </a:solidFill>
          <a:ln w="12700">
            <a:solidFill>
              <a:srgbClr val="0D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Site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27101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  Home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563624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Hero, intro cards, and quick links to the rest of the site.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127101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  About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563624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Bio, timeline, skills, and a clearer personal profile.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296265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  Projects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3255264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 with filters and live/GitHub link placeholders.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296265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  Contact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3255264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Validated form, contact details, and social links.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elements across all pages: the same navbar, theme toggle, footer, and back-to-top button.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508"/>
          </a:solidFill>
          <a:ln w="12700">
            <a:solidFill>
              <a:srgbClr val="0D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Design process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1795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Color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472184"/>
            <a:ext cx="3236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black-red base with crimson accents for CTAs, borders, and interactive states.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0515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1795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1472184"/>
            <a:ext cx="3236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Syne for headings and DM Sans for readable body text.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91856" y="10515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56448" y="11795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Layout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6448" y="1472184"/>
            <a:ext cx="3236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Grid-based sections, card spacing, and simple visual hierarchy.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0927080" cy="2148840"/>
          </a:xfrm>
          <a:prstGeom prst="roundRect">
            <a:avLst>
              <a:gd name="adj" fmla="val 5957"/>
            </a:avLst>
          </a:prstGeom>
          <a:solidFill>
            <a:srgbClr val="170A0E"/>
          </a:solidFill>
          <a:ln w="12700">
            <a:solidFill>
              <a:srgbClr val="2A14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930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822192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navigation visible and consistent on every page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rounded cards and subtle shadows to separate content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visual style with readability on mobile and desktop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 the same palette and components to make the site feel unified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508"/>
          </a:solidFill>
          <a:ln w="12700">
            <a:solidFill>
              <a:srgbClr val="0D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36245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HTML5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655064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structure and content hierarchy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136245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CSS3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0872" y="1655064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Theme, layout, responsiveness, animation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23444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85632" y="136245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1655064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Theme toggle, filter, validation, scroll effects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28269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575304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 layer required by the rubric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31546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90872" y="328269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90872" y="3575304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the theme preference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31546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85632" y="328269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IntersectionObserver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85632" y="3575304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Triggers reveal and active state behaviors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54406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pages use one shared CSS file and one shared JavaScript file to keep maintenance simple.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508"/>
          </a:solidFill>
          <a:ln w="12700">
            <a:solidFill>
              <a:srgbClr val="0D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17957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Interactive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481328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desktop and mobile navigation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Dark / light mode saved in localStorage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menu toggle with animated icon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filter on the Projects page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 form validation with success feedback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Back-to-top button on every 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05156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17957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 they matter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1472184"/>
            <a:ext cx="502005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features show real front-end logic instead of only static layout. They also improve usability and make the site feel closer to a deployed product.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98348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part that strengthens the JavaScript grade the most.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508"/>
          </a:solidFill>
          <a:ln w="12700">
            <a:solidFill>
              <a:srgbClr val="0D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Challenges &amp; solutions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225296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09728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36792" y="1225296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Solutions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5544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Converting a single scroll page into a true multi-page site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Keeping the same design on every page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Preventing JavaScript from breaking when an element is missing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15544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content into four HTML files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Reused one stylesheet, one script file, and a shared navbar/footer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Added element checks before attaching events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508"/>
          </a:solidFill>
          <a:ln w="12700">
            <a:solidFill>
              <a:srgbClr val="0D05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demo, deployment, and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B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22529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Deployment options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517904"/>
            <a:ext cx="51572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Pages, Netlify, or Vercel are all suitable for hosting this project.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240D12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41985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Link placeholders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3712464"/>
            <a:ext cx="51572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the demo and repository placeholders inside the README and project cards with the final URLs.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09728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170A0E"/>
          </a:solidFill>
          <a:ln w="12700">
            <a:solidFill>
              <a:srgbClr val="2E171B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122529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1536192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real screenshots to the README and presentation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 a live map on the Contact page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placeholder links with deployed URLs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A08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more project case studies if needed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4709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9BD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Ready for presentation.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y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Mohamed Alaa - Portfolio Website</dc:title>
  <dc:subject>Multi-page portfolio website</dc:subject>
  <dc:creator>OpenAI</dc:creator>
  <cp:lastModifiedBy>OpenAI</cp:lastModifiedBy>
  <cp:revision>1</cp:revision>
  <dcterms:created xsi:type="dcterms:W3CDTF">2026-03-30T20:30:04Z</dcterms:created>
  <dcterms:modified xsi:type="dcterms:W3CDTF">2026-03-30T20:30:04Z</dcterms:modified>
</cp:coreProperties>
</file>